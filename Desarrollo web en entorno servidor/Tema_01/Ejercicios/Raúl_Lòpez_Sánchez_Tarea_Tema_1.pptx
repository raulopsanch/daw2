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67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F4265-6385-41ED-B57F-50060633282C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64975-28A8-48D5-854F-6F165DEF4DF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29235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F4265-6385-41ED-B57F-50060633282C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64975-28A8-48D5-854F-6F165DEF4DF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611304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F4265-6385-41ED-B57F-50060633282C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64975-28A8-48D5-854F-6F165DEF4DF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3472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F4265-6385-41ED-B57F-50060633282C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64975-28A8-48D5-854F-6F165DEF4DF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50473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F4265-6385-41ED-B57F-50060633282C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64975-28A8-48D5-854F-6F165DEF4DF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4784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F4265-6385-41ED-B57F-50060633282C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64975-28A8-48D5-854F-6F165DEF4DF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09073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F4265-6385-41ED-B57F-50060633282C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64975-28A8-48D5-854F-6F165DEF4DF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957724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F4265-6385-41ED-B57F-50060633282C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64975-28A8-48D5-854F-6F165DEF4DF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299050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F4265-6385-41ED-B57F-50060633282C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64975-28A8-48D5-854F-6F165DEF4DF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4328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F4265-6385-41ED-B57F-50060633282C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64975-28A8-48D5-854F-6F165DEF4DF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422483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F4265-6385-41ED-B57F-50060633282C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64975-28A8-48D5-854F-6F165DEF4DF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534840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5F4265-6385-41ED-B57F-50060633282C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164975-28A8-48D5-854F-6F165DEF4DF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943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b="1" dirty="0"/>
              <a:t>1.- Características de la programación web 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s-ES" dirty="0"/>
              <a:t>Cuando una página web se descarga a tu ordenador, su contenido define qué se debe mostrar en pantalla. Este contenido está programado en HTML o XHTML.</a:t>
            </a:r>
          </a:p>
          <a:p>
            <a:pPr marL="0" indent="0" algn="just">
              <a:buNone/>
            </a:pPr>
            <a:endParaRPr lang="es-ES" dirty="0"/>
          </a:p>
          <a:p>
            <a:pPr marL="0" indent="0" algn="just">
              <a:buNone/>
            </a:pPr>
            <a:r>
              <a:rPr lang="es-ES" dirty="0"/>
              <a:t>Además, la información que le indica al navegador el estilo con que se debe mostrar cada parte de la página estará almacenado en otro fichero, una hoja de estilos o CSS.</a:t>
            </a:r>
          </a:p>
        </p:txBody>
      </p:sp>
    </p:spTree>
    <p:extLst>
      <p:ext uri="{BB962C8B-B14F-4D97-AF65-F5344CB8AC3E}">
        <p14:creationId xmlns:p14="http://schemas.microsoft.com/office/powerpoint/2010/main" val="10265961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257" y="1466576"/>
            <a:ext cx="7773485" cy="3924848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234BD3CC-C0C6-F0BD-D788-75BE8D1219BC}"/>
              </a:ext>
            </a:extLst>
          </p:cNvPr>
          <p:cNvSpPr txBox="1"/>
          <p:nvPr/>
        </p:nvSpPr>
        <p:spPr>
          <a:xfrm>
            <a:off x="3603812" y="903643"/>
            <a:ext cx="42546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PROCESO DE PÁGINAS WEB  DINÁMICAS</a:t>
            </a:r>
          </a:p>
        </p:txBody>
      </p:sp>
    </p:spTree>
    <p:extLst>
      <p:ext uri="{BB962C8B-B14F-4D97-AF65-F5344CB8AC3E}">
        <p14:creationId xmlns:p14="http://schemas.microsoft.com/office/powerpoint/2010/main" val="11222297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1D97EC-E53A-17B2-B1AF-EBC0C6878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dirty="0"/>
              <a:t>1.1.- Páginas web estáticas y dinámicas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913060E-820E-CCF5-E7E5-C53E4848F7DF}"/>
              </a:ext>
            </a:extLst>
          </p:cNvPr>
          <p:cNvSpPr txBox="1"/>
          <p:nvPr/>
        </p:nvSpPr>
        <p:spPr>
          <a:xfrm>
            <a:off x="1074420" y="2011680"/>
            <a:ext cx="105156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s-ES" b="1" dirty="0">
                <a:solidFill>
                  <a:srgbClr val="FF0000"/>
                </a:solidFill>
              </a:rPr>
              <a:t>Páginas web estáticas</a:t>
            </a:r>
            <a:r>
              <a:rPr lang="es-ES" dirty="0"/>
              <a:t>: Son útiles para mostrar una información concreta, y mostrarán esa misma información cada vez que se carguen. La única forma en que pueden cambiar es si un programador la modifica y actualiza su contenido. 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endParaRPr lang="es-ES" dirty="0"/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s-ES" b="1" dirty="0">
                <a:solidFill>
                  <a:srgbClr val="FF0000"/>
                </a:solidFill>
              </a:rPr>
              <a:t>Páginas web dinámicas</a:t>
            </a:r>
            <a:r>
              <a:rPr lang="es-ES" dirty="0"/>
              <a:t>: se caracterizan porque su contenido cambia en función de diversas variables, como puede ser el navegador que estás usando, el usuario con el que te has identificado, o las acciones que has efectuado con anterioridad. </a:t>
            </a:r>
          </a:p>
        </p:txBody>
      </p:sp>
    </p:spTree>
    <p:extLst>
      <p:ext uri="{BB962C8B-B14F-4D97-AF65-F5344CB8AC3E}">
        <p14:creationId xmlns:p14="http://schemas.microsoft.com/office/powerpoint/2010/main" val="1668181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0DCBA2-17B1-1F44-AD70-DCF43563E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/>
              <a:t>TIPOS DE PÁGINAS WEB DINÁMICAS</a:t>
            </a:r>
          </a:p>
        </p:txBody>
      </p:sp>
    </p:spTree>
    <p:extLst>
      <p:ext uri="{BB962C8B-B14F-4D97-AF65-F5344CB8AC3E}">
        <p14:creationId xmlns:p14="http://schemas.microsoft.com/office/powerpoint/2010/main" val="18250682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D0A3F2-79DA-5136-0F37-C8D9BA991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b="1" dirty="0"/>
              <a:t>1.1.1.- Aplicaciones web 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1FF97FA-4FF2-0F93-370E-3474E640436D}"/>
              </a:ext>
            </a:extLst>
          </p:cNvPr>
          <p:cNvSpPr txBox="1"/>
          <p:nvPr/>
        </p:nvSpPr>
        <p:spPr>
          <a:xfrm>
            <a:off x="1465729" y="1815353"/>
            <a:ext cx="93457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dirty="0"/>
              <a:t>Las aplicaciones web emplean páginas web dinámicas para crear aplicaciones que se ejecuten en un servidor web y se muestren en un navegador. 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E700C6A4-515F-9225-D98E-051E4375DB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1815085"/>
              </p:ext>
            </p:extLst>
          </p:nvPr>
        </p:nvGraphicFramePr>
        <p:xfrm>
          <a:off x="2032000" y="2738755"/>
          <a:ext cx="8128000" cy="3754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045881933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280495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VENTAJAS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INCONVENIENTES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9884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s-ES" dirty="0"/>
                        <a:t>No es necesario instalarlas en aquellos equipos en que se vayan a utilizar.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s-ES" dirty="0"/>
                        <a:t> La interface de usuario de las aplicaciones web es la página que se muestra en el navegador.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288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s-ES" dirty="0"/>
                        <a:t> es muy sencillo gestionarlas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s-ES" dirty="0"/>
                        <a:t>Dependemos de una conexión con el servidor para poder utilizarlas.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4701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s-ES" dirty="0"/>
                        <a:t>Se pueden utilizar en todos aquellos sistemas que dispongan de un navegador web,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s-ES" dirty="0"/>
                        <a:t>La información que se muestra en el navegador debe transmitirse desde el servidor.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79746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s-ES" dirty="0"/>
                        <a:t>Se pueden utilizar desde cualquier lugar en el que dispongamos de conexión con el servidor.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2391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660472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294</Words>
  <Application>Microsoft Office PowerPoint</Application>
  <PresentationFormat>Panorámica</PresentationFormat>
  <Paragraphs>21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Wingdings</vt:lpstr>
      <vt:lpstr>Tema de Office</vt:lpstr>
      <vt:lpstr>1.- Características de la programación web </vt:lpstr>
      <vt:lpstr>Presentación de PowerPoint</vt:lpstr>
      <vt:lpstr>1.1.- Páginas web estáticas y dinámicas</vt:lpstr>
      <vt:lpstr>TIPOS DE PÁGINAS WEB DINÁMICAS</vt:lpstr>
      <vt:lpstr>1.1.1.- Aplicaciones web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1.- Características de la programación web </dc:title>
  <dc:creator>Alumno_ciclo</dc:creator>
  <cp:lastModifiedBy>Raúl López Sánchez</cp:lastModifiedBy>
  <cp:revision>5</cp:revision>
  <dcterms:created xsi:type="dcterms:W3CDTF">2026-09-15T16:13:54Z</dcterms:created>
  <dcterms:modified xsi:type="dcterms:W3CDTF">2026-09-16T11:49:25Z</dcterms:modified>
</cp:coreProperties>
</file>