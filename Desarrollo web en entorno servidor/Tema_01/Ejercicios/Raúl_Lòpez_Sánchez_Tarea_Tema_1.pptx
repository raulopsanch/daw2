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F4265-6385-41ED-B57F-50060633282C}" type="datetimeFigureOut">
              <a:rPr lang="es-ES" smtClean="0"/>
              <a:t>15/09/2026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64975-28A8-48D5-854F-6F165DEF4DF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29235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F4265-6385-41ED-B57F-50060633282C}" type="datetimeFigureOut">
              <a:rPr lang="es-ES" smtClean="0"/>
              <a:t>15/09/2026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64975-28A8-48D5-854F-6F165DEF4DF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61130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F4265-6385-41ED-B57F-50060633282C}" type="datetimeFigureOut">
              <a:rPr lang="es-ES" smtClean="0"/>
              <a:t>15/09/2026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64975-28A8-48D5-854F-6F165DEF4DF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53472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F4265-6385-41ED-B57F-50060633282C}" type="datetimeFigureOut">
              <a:rPr lang="es-ES" smtClean="0"/>
              <a:t>15/09/2026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64975-28A8-48D5-854F-6F165DEF4DF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0473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F4265-6385-41ED-B57F-50060633282C}" type="datetimeFigureOut">
              <a:rPr lang="es-ES" smtClean="0"/>
              <a:t>15/09/2026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64975-28A8-48D5-854F-6F165DEF4DF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4784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F4265-6385-41ED-B57F-50060633282C}" type="datetimeFigureOut">
              <a:rPr lang="es-ES" smtClean="0"/>
              <a:t>15/09/2026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64975-28A8-48D5-854F-6F165DEF4DF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09073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F4265-6385-41ED-B57F-50060633282C}" type="datetimeFigureOut">
              <a:rPr lang="es-ES" smtClean="0"/>
              <a:t>15/09/2026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64975-28A8-48D5-854F-6F165DEF4DF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95772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F4265-6385-41ED-B57F-50060633282C}" type="datetimeFigureOut">
              <a:rPr lang="es-ES" smtClean="0"/>
              <a:t>15/09/2026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64975-28A8-48D5-854F-6F165DEF4DF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29905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F4265-6385-41ED-B57F-50060633282C}" type="datetimeFigureOut">
              <a:rPr lang="es-ES" smtClean="0"/>
              <a:t>15/09/2026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64975-28A8-48D5-854F-6F165DEF4DF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4328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F4265-6385-41ED-B57F-50060633282C}" type="datetimeFigureOut">
              <a:rPr lang="es-ES" smtClean="0"/>
              <a:t>15/09/2026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64975-28A8-48D5-854F-6F165DEF4DF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42248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F4265-6385-41ED-B57F-50060633282C}" type="datetimeFigureOut">
              <a:rPr lang="es-ES" smtClean="0"/>
              <a:t>15/09/2026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64975-28A8-48D5-854F-6F165DEF4DF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53484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5F4265-6385-41ED-B57F-50060633282C}" type="datetimeFigureOut">
              <a:rPr lang="es-ES" smtClean="0"/>
              <a:t>15/09/2026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64975-28A8-48D5-854F-6F165DEF4DF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7943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 dirty="0"/>
              <a:t>1.- Características de la programación web 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Cuando una página web se descarga a tu ordenador, su contenido define qué se debe mostrar en pantalla. Este contenido está programado en HTML o XHTML.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/>
              <a:t>Además la información que le indica al navegador el estilo con que se debe mostrar cada parte de la página estará almacenado en otro fichero, una hoja de estilos o CSS.</a:t>
            </a:r>
          </a:p>
        </p:txBody>
      </p:sp>
    </p:spTree>
    <p:extLst>
      <p:ext uri="{BB962C8B-B14F-4D97-AF65-F5344CB8AC3E}">
        <p14:creationId xmlns:p14="http://schemas.microsoft.com/office/powerpoint/2010/main" val="1026596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257" y="1466576"/>
            <a:ext cx="7773485" cy="392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22977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69</Words>
  <Application>Microsoft Office PowerPoint</Application>
  <PresentationFormat>Panorámica</PresentationFormat>
  <Paragraphs>4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de Office</vt:lpstr>
      <vt:lpstr>1.- Características de la programación web 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1.- Características de la programación web </dc:title>
  <dc:creator>Alumno_ciclo</dc:creator>
  <cp:lastModifiedBy>Alumno_ciclo</cp:lastModifiedBy>
  <cp:revision>2</cp:revision>
  <dcterms:created xsi:type="dcterms:W3CDTF">2026-09-15T16:13:54Z</dcterms:created>
  <dcterms:modified xsi:type="dcterms:W3CDTF">2026-09-15T16:24:23Z</dcterms:modified>
</cp:coreProperties>
</file>